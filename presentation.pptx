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인사하고 분위기 파악. '코드 경험 있는 분?' 손들기.
'완벽합니다. 오늘 코드 한 줄도 안 칩니다.'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자기소개. 비개발자인데 AI로 사업을 운영한다는 점 강조.
'저도 코드 모릅니다' → 친근감.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목표를 명확히. '끝나고 집에서 혼자 할 수 있다'.
'카카오톡 칠 줄 알면 됩니다.'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'바이브코딩 들어보신 분?' 손들기.
핵심: 코딩을 배우는 게 아니라 AI한테 일을 시키는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비용/시간 비교. '200만원 vs 커피 2잔'. '수정 3일 vs 즉시'.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'ChatGPT 쓰시는 분?' 손들기. '텍스트 vs 실제 파일'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VS Code 화면 띄워서 보여주기.
'메모장의 업그레이드 버전' 비유.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 열어서 보여주기.
'직원한테 주는 업무 매뉴얼' '한번 쓰면 매번 읽고 일함'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'나는 컴퓨터 잘 모르는데...' 안심시키기.
'카카오톡 칠 줄 알면 됩니다'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VS Code 화면으로 전환.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'초기화해줘' 입력. 폴더 생기는 것 보여주기.
'한마디 했더니 직원이 사무실을 세팅했습니다.'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brand-config.md 빈칸 보여주고, 말로 입력하면 채워지는 것 시연.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참석자 상품으로 할지 물어보기. 없으면 반죽으로.
'사장님이 한 건 질문에 답한 것뿐입니다'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 나오는 화면 보여주면서 '안 봐도 됩니다' 반복.
완성되면 브라우저에서 열어서 보여주기!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수정 2가지. 헤드라인 + 색상 변경.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'디자이너 없이, 포토샵 없이, 한마디로 끝'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전체 흐름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여유 있으면 CS 시연.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마케팅 코치.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따라하기 파트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 3단계.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시작 프롬프트.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막히면 AI한테 물어보라.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플랜 모드.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한 것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집에서 해볼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자주 나오는 질문들.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박수 기다리기.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발표자 전용. 비상시 참고.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 / 30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914400" y="20116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바이브코딩으로</a:t>
            </a:r>
            <a:endParaRPr lang="en-US" sz="4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상세페이지 만들기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914400" y="420624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코드 한 줄 없이, AI 직원한테 시키는 법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14400" y="512064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39496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태오  |  비개발자 · 3개 사업 운영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1 · 오프닝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발표자 소개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194560"/>
            <a:ext cx="9601200" cy="3840480"/>
          </a:xfrm>
          <a:prstGeom prst="roundRect">
            <a:avLst>
              <a:gd name="adj" fmla="val 4762"/>
            </a:avLst>
          </a:prstGeom>
          <a:solidFill>
            <a:srgbClr val="0F3460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2468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태오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463040" y="3200400"/>
            <a:ext cx="182880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6"/>
          <p:cNvSpPr/>
          <p:nvPr/>
        </p:nvSpPr>
        <p:spPr>
          <a:xfrm>
            <a:off x="1463040" y="3520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🙅  비개발자 (코드 모릅니다)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46304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🏢  3개 사업 운영 중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463040" y="4709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🤖  AI를 직원처럼 활용해서 사업 운영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46304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🎤  오늘 여러분도 할 수 있다는 걸 보여드리겠습니다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1 · 오프닝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3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오늘의 목표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256032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C9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강의가 끝나면 여러분이</a:t>
            </a:r>
            <a:endParaRPr lang="en-US" sz="2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C9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상세페이지를 만들 수 있습니다.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420624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혼자서.</a:t>
            </a:r>
            <a:endParaRPr lang="en-US" sz="2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코드 없이.</a:t>
            </a:r>
            <a:endParaRPr lang="en-US" sz="2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AI한테 시켜서.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2 · 바이브코딩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4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바이브코딩이 뭔가요?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24688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C9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말로 설명하면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C9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대신 만들어주는 것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코딩을 배우는 게 아닙니다.</a:t>
            </a:r>
            <a:endParaRPr lang="en-US" sz="2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AI한테 일을 시키는 겁니다.</a:t>
            </a:r>
            <a:endParaRPr lang="en-US" sz="2000" dirty="0"/>
          </a:p>
          <a:p>
            <a:pPr indent="0" marL="0">
              <a:lnSpc>
                <a:spcPct val="170000"/>
              </a:lnSpc>
              <a:buNone/>
            </a:pPr>
            <a:endParaRPr lang="en-US" sz="2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여러분은 사장님이고,</a:t>
            </a:r>
            <a:endParaRPr lang="en-US" sz="2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AI는 직원입니다.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2 · 바이브코딩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5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상세페이지, 예전과 지금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286000"/>
            <a:ext cx="4572000" cy="36576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4231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예전 방식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9260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디자이너 외주</a:t>
            </a:r>
            <a:endParaRPr lang="en-US" sz="1900" dirty="0"/>
          </a:p>
          <a:p>
            <a:pPr indent="0" marL="0">
              <a:lnSpc>
                <a:spcPct val="160000"/>
              </a:lnSpc>
              <a:buNone/>
            </a:pPr>
            <a:endParaRPr lang="en-US" sz="1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💰  200만원</a:t>
            </a:r>
            <a:endParaRPr lang="en-US" sz="1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⏰  수정 3일</a:t>
            </a:r>
            <a:endParaRPr lang="en-US" sz="1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😤  소통 스트레스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4572000" cy="3657600"/>
          </a:xfrm>
          <a:prstGeom prst="roundRect">
            <a:avLst>
              <a:gd name="adj" fmla="val 5000"/>
            </a:avLst>
          </a:prstGeom>
          <a:solidFill>
            <a:srgbClr val="0D4A2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0" y="24231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바이브코딩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92240" y="29260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AI한테 시키기</a:t>
            </a:r>
            <a:endParaRPr lang="en-US" sz="1900" dirty="0"/>
          </a:p>
          <a:p>
            <a:pPr indent="0" marL="0">
              <a:lnSpc>
                <a:spcPct val="160000"/>
              </a:lnSpc>
              <a:buNone/>
            </a:pPr>
            <a:endParaRPr lang="en-US" sz="1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💰  월 2만원 (커피 2잔)</a:t>
            </a:r>
            <a:endParaRPr lang="en-US" sz="1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⏰  수정 즉시</a:t>
            </a:r>
            <a:endParaRPr lang="en-US" sz="1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😊  말하면 끝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2 · 바이브코딩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6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ChatGPT vs 클로드 코드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86000"/>
          <a:ext cx="9601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365760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E9456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ChatGPT</a:t>
                      </a: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4ADE8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클로드 코드</a:t>
                      </a: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결과물</a:t>
                      </a: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AAAAA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텍스트 (복붙 필요)</a:t>
                      </a: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4ADE8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실제 파일 (바로 사용)</a:t>
                      </a: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수정</a:t>
                      </a: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AAAAA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다시 물어봐야 함</a:t>
                      </a: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4ADE8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"바꿔줘" 한마디</a:t>
                      </a: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기억력</a:t>
                      </a: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AAAAA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매번 처음부터 설명</a:t>
                      </a: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4ADE8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업무 매뉴얼 읽고 일함</a:t>
                      </a: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비유</a:t>
                      </a: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AAAAA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프리랜서한테 카톡</a:t>
                      </a: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4ADE8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사무실에 앉은 직원</a:t>
                      </a:r>
                      <a:endParaRPr lang="en-US" sz="17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2 · 바이브코딩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7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VS Code에서 하나요?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228600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C9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메모장의 업그레이드 버전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C9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AI가 같이 살고 있는 곳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356616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파일을 직접 만들려면 '작업 공간'이 필요합니다.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작업 공간이 VS Code예요.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754880"/>
            <a:ext cx="3017520" cy="1371600"/>
          </a:xfrm>
          <a:prstGeom prst="roundRect">
            <a:avLst>
              <a:gd name="adj" fmla="val 13333"/>
            </a:avLst>
          </a:prstGeom>
          <a:solidFill>
            <a:srgbClr val="0F3460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8463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왼쪽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521208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📁  파일/폴더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06240" y="4754880"/>
            <a:ext cx="3017520" cy="1371600"/>
          </a:xfrm>
          <a:prstGeom prst="roundRect">
            <a:avLst>
              <a:gd name="adj" fmla="val 13333"/>
            </a:avLst>
          </a:prstGeom>
          <a:solidFill>
            <a:srgbClr val="0F3460"/>
          </a:solidFill>
          <a:ln/>
        </p:spPr>
      </p:sp>
      <p:sp>
        <p:nvSpPr>
          <p:cNvPr id="12" name="Text 9"/>
          <p:cNvSpPr/>
          <p:nvPr/>
        </p:nvSpPr>
        <p:spPr>
          <a:xfrm>
            <a:off x="4206240" y="48463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AAAA"/>
                </a:solidFill>
              </a:rPr>
              <a:t>가운데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06240" y="521208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📄  파일 내용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(안 봐도 됨)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498080" y="4754880"/>
            <a:ext cx="3017520" cy="1371600"/>
          </a:xfrm>
          <a:prstGeom prst="roundRect">
            <a:avLst>
              <a:gd name="adj" fmla="val 13333"/>
            </a:avLst>
          </a:prstGeom>
          <a:solidFill>
            <a:srgbClr val="0D4A2E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0" y="48463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오른쪽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98080" y="521208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🤖  AI 직원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(여기만 보세요!)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3 · AI 직원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8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CLAUDE.md = 업무 매뉴얼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219456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C9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신입 직원한테 주는 업무 지시서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914400" y="3017520"/>
            <a:ext cx="9601200" cy="2560320"/>
          </a:xfrm>
          <a:prstGeom prst="roundRect">
            <a:avLst>
              <a:gd name="adj" fmla="val 7143"/>
            </a:avLst>
          </a:prstGeom>
          <a:solidFill>
            <a:srgbClr val="0F3460"/>
          </a:solidFill>
          <a:ln/>
        </p:spPr>
      </p:sp>
      <p:sp>
        <p:nvSpPr>
          <p:cNvPr id="8" name="Text 5"/>
          <p:cNvSpPr/>
          <p:nvPr/>
        </p:nvSpPr>
        <p:spPr>
          <a:xfrm>
            <a:off x="1463040" y="329184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📋  상세페이지 만들 때는 이렇게 해라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384048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📋  CS 답변할 때는 이렇게 해라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63040" y="438912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📋  톤은 친절하게 해라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63040" y="493776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📋  모바일 기준으로 만들어라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576072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 만들어두면 → AI가 매번 읽고 일합니다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매번 처음부터 설명할 필요 없어요.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3 · AI 직원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9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몰라도 되는 것 / 알아야 하는 것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14400" y="2286000"/>
            <a:ext cx="4572000" cy="36576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4688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4560"/>
                </a:solidFill>
              </a:rPr>
              <a:t>❌  몰라도 됩니다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301752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코드, 프로그래밍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36576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HTML, CSS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45920" y="42976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터미널, 명령어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45920" y="493776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영어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943600" y="2286000"/>
            <a:ext cx="4572000" cy="3657600"/>
          </a:xfrm>
          <a:prstGeom prst="roundRect">
            <a:avLst>
              <a:gd name="adj" fmla="val 5000"/>
            </a:avLst>
          </a:prstGeom>
          <a:solidFill>
            <a:srgbClr val="0D4A2E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24688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</a:rPr>
              <a:t>✅  이것만 알면 됩니다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83680" y="30175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카카오톡 칠 줄 알면 됨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583680" y="37947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폴더에 파일 넣을 줄 알면 됨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583680" y="45720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'이거 해줘' 말할 줄 알면 됨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4 · 라이브 시연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10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228600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자, 이제</a:t>
            </a:r>
            <a:endParaRPr lang="en-US" sz="4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진짜로 해보겠습니다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438912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4560"/>
                </a:solidFill>
              </a:rPr>
              <a:t>🔴  LIVE DEMO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1 · 초기화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11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AI한테 첫 번째 지시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194560"/>
            <a:ext cx="9601200" cy="109728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22860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초기화해줘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384048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폴더 구조 자동 생성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438912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브랜드 설정 파일 생성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63040" y="493776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CS 답변 템플릿 생성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63040" y="548640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HTML 템플릿 4종 준비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2 · 브랜드 설정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12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 정보 입력하기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194560"/>
            <a:ext cx="9601200" cy="2194560"/>
          </a:xfrm>
          <a:prstGeom prst="roundRect">
            <a:avLst>
              <a:gd name="adj" fmla="val 8333"/>
            </a:avLst>
          </a:prstGeom>
          <a:solidFill>
            <a:srgbClr val="0F3460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2286000"/>
            <a:ext cx="8503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브랜드 정보야: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상호명: 반죽연구소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분위기는 따뜻하고 정직한 느낌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주황색 계열로 해줘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493776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컬러 코드 몰라도 됩니다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548640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'주황색'이라고만 하면 AI가 알아서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3 · 인터뷰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13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직원이 인터뷰합니다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194560"/>
            <a:ext cx="9601200" cy="109728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22860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상세페이지 만들어줘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463040" y="384048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🤖  "어떤 상품인가요?"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438912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🤖  "가격대는 어떻게 되나요?"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63040" y="493776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🤖  "고객이 어떤 고민을 하나요?"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63040" y="548640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🤖  "비슷한 상품이랑 뭐가 다른가요?"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4 · 생성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14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만들고 있습니다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194560"/>
            <a:ext cx="9601200" cy="1097280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22860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☕  커피 한 잔 마시고 오세요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463040" y="384048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화면에 코드가 올라가고 있죠?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438912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이거 안 봐도 됩니다.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63040" y="493776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직원이 혼자 일하는 겁니다.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5 · 수정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15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마음에 안 들면?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194560"/>
            <a:ext cx="9601200" cy="1280160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228600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헤드라인을 '매일 아침이 기다려지는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갓 구운 빵의 비밀'로 바꿔줘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63040" y="402336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즉시 수정됨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457200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말하면 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63040" y="512064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디자이너 수정 3일 기다릴 필요 없음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6 · 이미지 변환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16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스마트스토어에 올리려면?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194560"/>
            <a:ext cx="9601200" cy="1280160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228600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스마트스토어에 올릴 수 있게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이미지로 변환해줘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63040" y="402336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가로 860px (스마트스토어 규격)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457200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섹션별 자동 분할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63040" y="512064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순서대로 업로드하면 끝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4 · 시연 정리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17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방금 한 일 정리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24028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21945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"초기화해줘"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943600" y="21945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 환경 세팅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14400" y="292608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45920" y="28803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 정보 입력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943600" y="28803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색상/로고 자동 반영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645920" y="35661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질문에 답하기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943600" y="35661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상품 정보 정리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914400" y="429768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645920" y="42519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승인하기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5943600" y="42519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상세페이지 완성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14400" y="498348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4983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645920" y="49377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"바꿔줘"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5943600" y="49377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즉시 수정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914400" y="566928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669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645920" y="56235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"이미지 변환해줘"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5943600" y="56235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스마트스토어 업로드 준비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914400" y="594360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C9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여러분이 한 건 말한 것뿐입니다.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보너스 · 활용 사례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18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이것도 됩니다 ①  CS 답변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286000"/>
            <a:ext cx="9601200" cy="18288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246888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고객한테 이런 문의가 왔어: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"반죽 유통기한이 어떻게 되나요?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냉동 보관 가능한가요?"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답변 초안 만들어줘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카테고리 자동 분류</a:t>
            </a:r>
            <a:endParaRPr lang="en-US" sz="18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친절한 답변 즉시 생성</a:t>
            </a:r>
            <a:endParaRPr lang="en-US" sz="18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복사 붙여넣기만 하면 끝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보너스 · 활용 사례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19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이것도 됩니다 ②  마케팅 코치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286000"/>
            <a:ext cx="9601200" cy="146304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246888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반죽 제품 마케팅 방향 잡아줘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타겟 고객, 차별화 포인트,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스마트스토어 전략 초안 만들어줘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타겟 고객 정의</a:t>
            </a:r>
            <a:endParaRPr lang="en-US" sz="18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차별화 포인트 분석</a:t>
            </a:r>
            <a:endParaRPr lang="en-US" sz="18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채널별 전략</a:t>
            </a:r>
            <a:endParaRPr lang="en-US" sz="18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이번 달 실행 가능한 액션 3가지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594360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C9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컨설턴트 100만원짜리가 이렇게 나옵니다.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5 · 따라하기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20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20116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집에서 따라하기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47472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947"/>
                </a:solidFill>
              </a:rPr>
              <a:t>딱 3가지만 설치하면 됩니다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5 · 설치 방법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21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설치 3단계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286000"/>
            <a:ext cx="9601200" cy="1188720"/>
          </a:xfrm>
          <a:prstGeom prst="roundRect">
            <a:avLst>
              <a:gd name="adj" fmla="val 15385"/>
            </a:avLst>
          </a:prstGeom>
          <a:solidFill>
            <a:srgbClr val="0F3460"/>
          </a:solidFill>
          <a:ln/>
        </p:spPr>
      </p:sp>
      <p:sp>
        <p:nvSpPr>
          <p:cNvPr id="7" name="Shape 4"/>
          <p:cNvSpPr/>
          <p:nvPr/>
        </p:nvSpPr>
        <p:spPr>
          <a:xfrm>
            <a:off x="1371600" y="2560320"/>
            <a:ext cx="411480" cy="4114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103120" y="24231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VS Code 설치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103120" y="29718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'VS Code 다운로드' 검색 → 설치 (무료)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9601200" cy="1188720"/>
          </a:xfrm>
          <a:prstGeom prst="roundRect">
            <a:avLst>
              <a:gd name="adj" fmla="val 15385"/>
            </a:avLst>
          </a:prstGeom>
          <a:solidFill>
            <a:srgbClr val="0F3460"/>
          </a:solidFill>
          <a:ln/>
        </p:spPr>
      </p:sp>
      <p:sp>
        <p:nvSpPr>
          <p:cNvPr id="12" name="Shape 9"/>
          <p:cNvSpPr/>
          <p:nvPr/>
        </p:nvSpPr>
        <p:spPr>
          <a:xfrm>
            <a:off x="1371600" y="3931920"/>
            <a:ext cx="411480" cy="41148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3" name="Text 10"/>
          <p:cNvSpPr/>
          <p:nvPr/>
        </p:nvSpPr>
        <p:spPr>
          <a:xfrm>
            <a:off x="137160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103120" y="37947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클로드 코드 확장 설치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2103120" y="4343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VS Code → 왼쪽 블록 아이콘 → 'Claude' 검색 → 설치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14400" y="5029200"/>
            <a:ext cx="9601200" cy="1188720"/>
          </a:xfrm>
          <a:prstGeom prst="roundRect">
            <a:avLst>
              <a:gd name="adj" fmla="val 15385"/>
            </a:avLst>
          </a:prstGeom>
          <a:solidFill>
            <a:srgbClr val="0F3460"/>
          </a:solidFill>
          <a:ln/>
        </p:spPr>
      </p:sp>
      <p:sp>
        <p:nvSpPr>
          <p:cNvPr id="17" name="Shape 14"/>
          <p:cNvSpPr/>
          <p:nvPr/>
        </p:nvSpPr>
        <p:spPr>
          <a:xfrm>
            <a:off x="1371600" y="5303520"/>
            <a:ext cx="411480" cy="411480"/>
          </a:xfrm>
          <a:prstGeom prst="ellipse">
            <a:avLst/>
          </a:prstGeom>
          <a:solidFill>
            <a:srgbClr val="FFC947"/>
          </a:solidFill>
          <a:ln/>
        </p:spPr>
      </p:sp>
      <p:sp>
        <p:nvSpPr>
          <p:cNvPr id="18" name="Text 15"/>
          <p:cNvSpPr/>
          <p:nvPr/>
        </p:nvSpPr>
        <p:spPr>
          <a:xfrm>
            <a:off x="1371600" y="5303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103120" y="51663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클로드 계정 만들기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2103120" y="5715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claude.ai 가입 (구글 로그인 가능) → 끝!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5 · 시작하는 법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22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시작하는 법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219456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 바탕화면에 폴더 하나 만들기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 VS Code에서 그 폴더 열기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 클로드 코드 패널 열기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  이렇게 입력하기  ↓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914400" y="4389120"/>
            <a:ext cx="9601200" cy="164592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8" name="Text 5"/>
          <p:cNvSpPr/>
          <p:nvPr/>
        </p:nvSpPr>
        <p:spPr>
          <a:xfrm>
            <a:off x="1463040" y="448056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CLAUDE.md 파일 만들어줘.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나는 이커머스 상세페이지를 만들 거야.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업무 지시서를 만들어줘.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603504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C9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이것만 하면 AI가 알아서 세팅합니다.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5 · 꿀팁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23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막히면 이렇게 하세요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914400" y="2286000"/>
            <a:ext cx="9601200" cy="82296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24231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🔧  "이거 왜 안 돼?"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83680" y="2423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알아서 고칩니다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3246120"/>
            <a:ext cx="9601200" cy="82296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/>
        </p:spPr>
      </p:sp>
      <p:sp>
        <p:nvSpPr>
          <p:cNvPr id="10" name="Text 7"/>
          <p:cNvSpPr/>
          <p:nvPr/>
        </p:nvSpPr>
        <p:spPr>
          <a:xfrm>
            <a:off x="1463040" y="338328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📖  "이게 뭐야?"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83680" y="33832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설명해줍니다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14400" y="4206240"/>
            <a:ext cx="9601200" cy="82296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/>
        </p:spPr>
      </p:sp>
      <p:sp>
        <p:nvSpPr>
          <p:cNvPr id="13" name="Text 10"/>
          <p:cNvSpPr/>
          <p:nvPr/>
        </p:nvSpPr>
        <p:spPr>
          <a:xfrm>
            <a:off x="1463040" y="43434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🔄  "처음부터 다시 해줘"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583680" y="4343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다시 해줍니다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914400" y="5166360"/>
            <a:ext cx="9601200" cy="82296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/>
        </p:spPr>
      </p:sp>
      <p:sp>
        <p:nvSpPr>
          <p:cNvPr id="16" name="Text 13"/>
          <p:cNvSpPr/>
          <p:nvPr/>
        </p:nvSpPr>
        <p:spPr>
          <a:xfrm>
            <a:off x="1463040" y="53035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✨  "마음에 안 들어"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583680" y="53035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 다르게 만들어줍니다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14400" y="576072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직원은 야근해도 화 안 냅니다.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100번 물어봐도 짜증 안 냅니다.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5 · 꿀팁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24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꿀팁:  Shift + Tab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228600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FFC9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= 플랜 모드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310896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바로 만들지 말고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계획서부터 보여달라는 것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14400" y="4389120"/>
            <a:ext cx="9601200" cy="18288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9" name="Text 6"/>
          <p:cNvSpPr/>
          <p:nvPr/>
        </p:nvSpPr>
        <p:spPr>
          <a:xfrm>
            <a:off x="1463040" y="4572000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계획이 마음에 들면  →  승인</a:t>
            </a:r>
            <a:endParaRPr lang="en-US" sz="1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계획이 마음에 안 들면  →  수정 요청</a:t>
            </a:r>
            <a:endParaRPr lang="en-US" sz="1900" dirty="0"/>
          </a:p>
          <a:p>
            <a:pPr indent="0" marL="0">
              <a:lnSpc>
                <a:spcPct val="150000"/>
              </a:lnSpc>
              <a:buNone/>
            </a:pPr>
            <a:endParaRPr lang="en-US" sz="1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무조건 쓰세요. 실수가 확 줄어듭니다.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6 · 마무리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25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보여드린 것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22860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</a:rPr>
              <a:t>1.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45920" y="228600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바이브코딩 = 말하면 AI가 만들어줌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</a:rPr>
              <a:t>2.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297180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클로드 코드 = VS Code에 사는 AI 직원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36576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</a:rPr>
              <a:t>3.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45920" y="365760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CLAUDE.md = 직원 업무 매뉴얼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14400" y="43434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</a:rPr>
              <a:t>4.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45920" y="434340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상세페이지 30분 만에 완성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14400" y="50292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</a:rPr>
              <a:t>5.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45920" y="502920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수정은 말하면 바로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14400" y="57150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</a:rPr>
              <a:t>6.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645920" y="571500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스마트스토어용 이미지 자동 변환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14400" y="594360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C9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모든 걸 코드 한 줄 없이 했습니다.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6 · 마무리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26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37160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저녁에</a:t>
            </a:r>
            <a:endParaRPr lang="en-US" sz="3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딱 하나만 해보세요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743200" y="3474720"/>
            <a:ext cx="594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 VS Code 설치</a:t>
            </a:r>
            <a:endParaRPr lang="en-US" sz="2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 클로드 코드 깔기</a:t>
            </a:r>
            <a:endParaRPr lang="en-US" sz="22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 본인 상품 하나로 상세페이지 만들어보기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743200" y="5486400"/>
            <a:ext cx="594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설명란에 CLAUDE.md 파일이랑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시작 프롬프트 전부 올려놨습니다.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Q&amp;A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27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자주 묻는 질문</a:t>
            </a:r>
            <a:endParaRPr lang="en-US" sz="3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86000"/>
          <a:ext cx="9601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858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9456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질문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ADE8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답변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유료인가요?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기본 무료. 많이 쓰면 월 $20 (커피 2잔값)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코드 무서운데요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안 봐도 됩니다. 결과물만 보세요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쿠팡에도 되나요?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네! 이미지로 변환하면 어디든 OK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디자인이 별로면요?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사진만 좋으면 됩니다 + 수정하면 되죠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영어 나오면요?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한국말로만 하시면 됩니다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28 / 30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914400" y="228600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감사합니다!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4572000" y="384048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20624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DDDDD"/>
                </a:solidFill>
              </a:rPr>
              <a:t>질문 있으시면 편하게 말씀해주세요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530352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자료 다운로드: 설명란 링크 확인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548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발표자 전용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058400" y="649224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29 / 30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09728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456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비상 대응 + 시간 조절</a:t>
            </a:r>
            <a:endParaRPr lang="en-US" sz="3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86000"/>
          <a:ext cx="9601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6675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9456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상황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4ADE8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대응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인터넷 끊김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모바일 핫스팟 전환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에러 발생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"에러도 알아서 고칩니다" (장점으로 전환)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결과물 안 나옴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백업 HTML 보여주기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시간 부족 (-15분)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이미지 변환 스킵, 설치법만 간단히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시간 여유 (+15분)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CS 답변 라이브 시연 추가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질문 많음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DDDD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PART 5 줄이고 Q&amp;A 늘리기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914400" y="5943600"/>
            <a:ext cx="9601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7"/>
                </a:solidFill>
              </a:rPr>
              <a:t>반복 메시지:  "코드 안 칩니다"  ·  "결과만 보면 됩니다"  ·  "말하면 됩니다"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바이브코딩으로 상세페이지 만들기</dc:subject>
  <dc:creator>태오</dc:creator>
  <cp:lastModifiedBy>태오</cp:lastModifiedBy>
  <cp:revision>1</cp:revision>
  <dcterms:created xsi:type="dcterms:W3CDTF">2026-03-19T02:45:16Z</dcterms:created>
  <dcterms:modified xsi:type="dcterms:W3CDTF">2026-03-19T02:45:16Z</dcterms:modified>
</cp:coreProperties>
</file>